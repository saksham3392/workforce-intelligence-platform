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59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Metric Comparison by Algorithm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 (Production)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0.98499999999999999</c:v>
                </c:pt>
                <c:pt idx="1">
                  <c:v>0.91200000000000003</c:v>
                </c:pt>
                <c:pt idx="2">
                  <c:v>0.88400000000000001</c:v>
                </c:pt>
                <c:pt idx="3">
                  <c:v>0.89800000000000002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57-499C-BF7E-0AA4CAE5EA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5C68A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0.97799999999999998</c:v>
                </c:pt>
                <c:pt idx="1">
                  <c:v>0.89500000000000002</c:v>
                </c:pt>
                <c:pt idx="2">
                  <c:v>0.86199999999999999</c:v>
                </c:pt>
                <c:pt idx="3">
                  <c:v>0.878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57-499C-BF7E-0AA4CAE5EA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C7CEE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0.88400000000000001</c:v>
                </c:pt>
                <c:pt idx="1">
                  <c:v>0.79100000000000004</c:v>
                </c:pt>
                <c:pt idx="2">
                  <c:v>0.745</c:v>
                </c:pt>
                <c:pt idx="3">
                  <c:v>0.76700000000000002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57-499C-BF7E-0AA4CAE5E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12700" cap="flat">
              <a:solidFill>
                <a:srgbClr val="E5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7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46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9692640" y="822960"/>
            <a:ext cx="1371600" cy="45720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0" y="1280160"/>
            <a:ext cx="1828800" cy="82296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064240" y="822960"/>
            <a:ext cx="457200" cy="128016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9966960" y="2103120"/>
            <a:ext cx="1554480" cy="64008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966960" y="2743200"/>
            <a:ext cx="1005840" cy="73152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10332720" y="3474720"/>
            <a:ext cx="640080" cy="109728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966960" y="2743200"/>
            <a:ext cx="365760" cy="182880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32720" y="4572000"/>
            <a:ext cx="1097280" cy="36576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0" y="3474720"/>
            <a:ext cx="457200" cy="146304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37776" y="122529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09376" y="76809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66576" y="2048256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912096" y="268833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17936" y="34198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77856" y="4517136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375136" y="488289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PEOPLE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18745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Intelligence Platform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21792" y="34290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enterprise HR AI system that predicts flight risk, monitors workforce health, diagnoses skill gaps against O*NET standards, and simulates retention interventions in real time.</a:t>
            </a:r>
          </a:p>
        </p:txBody>
      </p:sp>
      <p:sp>
        <p:nvSpPr>
          <p:cNvPr id="25" name="Shape 23"/>
          <p:cNvSpPr/>
          <p:nvPr/>
        </p:nvSpPr>
        <p:spPr>
          <a:xfrm>
            <a:off x="621792" y="4709160"/>
            <a:ext cx="292608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4892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FastAPI  ·  Streamlit  ·  SHAP  ·  Docker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63779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github.com/Saksham3392/Workforce-Intelligence-Platform</a:t>
            </a:r>
            <a:endParaRPr lang="en-US" sz="11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A2FD18BF-BC9C-5B81-546C-663F1AB3C508}"/>
              </a:ext>
            </a:extLst>
          </p:cNvPr>
          <p:cNvSpPr/>
          <p:nvPr/>
        </p:nvSpPr>
        <p:spPr>
          <a:xfrm>
            <a:off x="621792" y="5208471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Sheoran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2410993392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that turns raw HR data into governed, explainable retention decisions.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671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1305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Attrition Risk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807208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ML-scored flight risk (0-1) per employee, calibrated and explained with SHAP feature attribution.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21671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21305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Health Monitoring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3368" y="2807208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retention KPIs, engagement index, and department-level turnover exposure rollups.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4988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4622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O*NET Skill-Gap Diagnostics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5138928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Set-difference analysis of verified skills vs. standardized occupational benchmarks.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2062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44988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44622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Retention Simulation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3368" y="5138928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cockpit — adjust compensation, workload &amp; promotion levers to project risk mitigation.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raw HR sources through validation and a three-engine analytics core into a unified dataset served by two front doors.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2920"/>
          </a:xfrm>
          <a:prstGeom prst="roundRect">
            <a:avLst>
              <a:gd name="adj" fmla="val 12727"/>
            </a:avLst>
          </a:prstGeom>
          <a:solidFill>
            <a:srgbClr val="27306E"/>
          </a:solidFill>
          <a:ln w="12700">
            <a:solidFill>
              <a:srgbClr val="5C6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90472"/>
            <a:ext cx="10789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MARKET DATA SOURCES  —  Employee Master  ·  Performance &amp; Engagement  ·  O*NET Standards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06440" y="1956816"/>
            <a:ext cx="320040" cy="219456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1064240" cy="502920"/>
          </a:xfrm>
          <a:prstGeom prst="roundRect">
            <a:avLst>
              <a:gd name="adj" fmla="val 12727"/>
            </a:avLst>
          </a:prstGeom>
          <a:solidFill>
            <a:srgbClr val="27306E"/>
          </a:solidFill>
          <a:ln w="12700">
            <a:solidFill>
              <a:srgbClr val="5C6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0789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 &amp; SCHEMA VALIDATION  —  Pydantic v2 Schema  ·  Normalization  ·  Feature Joins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581912" y="2761488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50992" y="2761488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20072" y="2761488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27306E"/>
          </a:solidFill>
          <a:ln w="12700">
            <a:solidFill>
              <a:srgbClr val="5C6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0906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&amp; SHAP XAI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648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Risk (0-1)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Weights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3017520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27306E"/>
          </a:solidFill>
          <a:ln w="12700">
            <a:solidFill>
              <a:srgbClr val="5C6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30906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ANALYTICS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3648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Index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Rollups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66760" y="3017520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27306E"/>
          </a:solidFill>
          <a:ln w="12700">
            <a:solidFill>
              <a:srgbClr val="5C6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03920" y="30906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&amp; O*NET DB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58200" y="3648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Set-Difference Deficits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Pathways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4023360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0" y="4023360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1512" y="4023360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51760" y="4279392"/>
            <a:ext cx="6858000" cy="502920"/>
          </a:xfrm>
          <a:prstGeom prst="roundRect">
            <a:avLst>
              <a:gd name="adj" fmla="val 12727"/>
            </a:avLst>
          </a:prstGeom>
          <a:solidFill>
            <a:srgbClr val="27306E"/>
          </a:solidFill>
          <a:ln w="12700">
            <a:solidFill>
              <a:srgbClr val="5C6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88920" y="4352544"/>
            <a:ext cx="6583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SINGLE SOURCE OF TRUTH  —  employee_intelligence.csv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0" y="4837176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4837176"/>
            <a:ext cx="310896" cy="201168"/>
          </a:xfrm>
          <a:prstGeom prst="down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51760" y="5102352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0" y="5148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Audit Logging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5102352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5148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Cockpit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Business Analytics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executive dashboard is organized around five core business-metric domains.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276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Health &amp; Retention KPIs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23560" y="1719072"/>
            <a:ext cx="0" cy="65836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0" y="1627632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retention rates, HIGH/MEDIUM/LOW risk breakdown, department turnover exposure, searchable headcount roster.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52374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Risk &amp; Capability Diagnostics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23560" y="2615184"/>
            <a:ext cx="0" cy="65836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2523744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employee profile drill-down, verified skills vs. role requirements, real-time what-if retention cockpit.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41985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Attrition Risk Scoring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23560" y="3511296"/>
            <a:ext cx="0" cy="65836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7880" y="3419856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ML flight-risk scoring with strict Pydantic v2 validation and top feature risk-weight attribution.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3159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Competency &amp; Skill Benchmarks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23560" y="4407408"/>
            <a:ext cx="0" cy="65836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4315968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O*NET occupational competencies, hot labor-market technologies, 15,000+ workplace tool adoption data.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52120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Governance &amp; Decision Transparency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623560" y="5303520"/>
            <a:ext cx="0" cy="65836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97880" y="5212080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 registry, cross-algorithm evaluation matrix, global SHAP explainability weights.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attrition risk engine was benchmarked across three algorithms; XGBoost ships to production.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675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89520" y="1691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0.985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58952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(Production)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3017520"/>
          <a:ext cx="4160520" cy="16002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XGBoost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0.985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0.898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0.978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0.878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Logistic Regression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0.884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0.767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452360" y="4800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52360" y="513892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ships with global SHAP feature-weight attribution, versioned in a model registry for full decision transparency.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production-shaped stack: validated data, explainable ML, two serving layers, containerized deployment.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36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70832" y="196596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70832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47872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3136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audit logging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32904" y="196596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32904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9944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3136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UI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94976" y="196596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94976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72016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SHAP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2016" y="3136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model + explainability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08760" y="429768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0876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5468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70832" y="429768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70832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47872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47872" y="5468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container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72784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32904" y="429768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32904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9944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9944" y="5468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cloud hosting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134856" y="4023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41A45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094976" y="429768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94976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272016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DB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72016" y="5468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skill benchmarks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Reference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 backend exposes production-ready endpoints for programmatic integration.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/predict/attrition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Run ML flight-risk inference on an employee payload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/dashboard/summary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Retrieve executive workforce overview metrics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/dashboard/attrition-by-department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Departmental attrition risk distribution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/dashboard/skill-gaps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Organization-wide missing skill deficits &amp; severity tiers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/dashboard/recommendations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High-risk employee personalized upskilling pathways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/employees/{employee_id}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360-degree profile and verified skills for an employee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/skills/courses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Catalog of accredited AI upskilling courses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78C"/>
                          </a:solidFill>
                        </a:rPr>
                        <a:t>System health and model readiness check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19659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24231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Intelligence Platform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803904" y="3520440"/>
            <a:ext cx="4572000" cy="5669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03904" y="3520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workforce-intelligence-platform-xsqx.onrender.com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github.com/Saksham3392/Workforce-Intelligence-Platform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75504" y="5029200"/>
            <a:ext cx="1828800" cy="0"/>
          </a:xfrm>
          <a:prstGeom prst="line">
            <a:avLst/>
          </a:prstGeom>
          <a:noFill/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 ·  28 Automated Tests  ·  16 Analysis Notebooks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689</Words>
  <Application>Microsoft Office PowerPoint</Application>
  <PresentationFormat>Widescreen</PresentationFormat>
  <Paragraphs>157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Saksham Sheoran</cp:lastModifiedBy>
  <cp:revision>2</cp:revision>
  <dcterms:created xsi:type="dcterms:W3CDTF">2026-09-02T14:59:12Z</dcterms:created>
  <dcterms:modified xsi:type="dcterms:W3CDTF">2026-09-02T15:02:55Z</dcterms:modified>
</cp:coreProperties>
</file>